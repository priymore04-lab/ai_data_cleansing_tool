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2000" cy="1097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DataCleanse AI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Data Cleansing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cloud-native platform that detects, recommends, and auto-corrects data quality issues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Next.js 14, Groq (LLaMA 3.3-70B), Supabase, and Clerk — deployed on Vercel.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566160"/>
            <a:ext cx="9418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749040"/>
            <a:ext cx="27432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749040"/>
            <a:ext cx="2743200" cy="6400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858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4096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Groq · Supabase · Clerk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3749040"/>
            <a:ext cx="27432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3749040"/>
            <a:ext cx="2743200" cy="64008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858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4096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Serverless / Edge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27432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749040"/>
            <a:ext cx="2743200" cy="64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858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63640" y="4096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3.3-70B-Versatile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3749040"/>
            <a:ext cx="2743200" cy="91440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3749040"/>
            <a:ext cx="2743200" cy="6400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3858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0" y="4096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638544"/>
            <a:ext cx="12192000" cy="219456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647688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88720"/>
            <a:ext cx="11338560" cy="1371600"/>
          </a:xfrm>
          <a:prstGeom prst="rect">
            <a:avLst/>
          </a:prstGeom>
          <a:solidFill>
            <a:srgbClr val="EEF4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88720"/>
            <a:ext cx="91440" cy="137160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508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Data Cleansing Tool mission delivers a scalable, reusable capability to detect, recommend, and auto-correct data quality issues. It improves reliability of analytics and AI, reduces manual work, and provides measurable outcomes through quality KPIs, adoption metrics, and operational incident reduction.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21214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788920"/>
            <a:ext cx="2121408" cy="54864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5351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15768" y="2788920"/>
            <a:ext cx="21214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15768" y="2788920"/>
            <a:ext cx="2121408" cy="5486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18" name="Text 16"/>
          <p:cNvSpPr/>
          <p:nvPr/>
        </p:nvSpPr>
        <p:spPr>
          <a:xfrm>
            <a:off x="2715768" y="295351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15768" y="348386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0056" y="2788920"/>
            <a:ext cx="21214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0056" y="2788920"/>
            <a:ext cx="212140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0056" y="295351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20056" y="348386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LATENCY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24344" y="2788920"/>
            <a:ext cx="21214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24344" y="2788920"/>
            <a:ext cx="2121408" cy="54864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26" name="Text 24"/>
          <p:cNvSpPr/>
          <p:nvPr/>
        </p:nvSpPr>
        <p:spPr>
          <a:xfrm>
            <a:off x="7324344" y="295351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24344" y="348386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628632" y="2788920"/>
            <a:ext cx="21214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28632" y="2788920"/>
            <a:ext cx="2121408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9628632" y="2953512"/>
            <a:ext cx="21214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628632" y="3483864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NEEDED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1480" y="4005072"/>
            <a:ext cx="3703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005072"/>
            <a:ext cx="54864" cy="246888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096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1832" y="409651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" y="4389120"/>
            <a:ext cx="3429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engine scores data quality per column — surfacing nulls, type mismatches, and outliers with a composite DQ score.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97680" y="4005072"/>
            <a:ext cx="3703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97680" y="4005072"/>
            <a:ext cx="54864" cy="246888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4096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28032" y="409651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62272" y="4389120"/>
            <a:ext cx="3429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inspects real column samples and suggests the correct cleaning action — trim, normalize, standardize — per column.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183880" y="4005072"/>
            <a:ext cx="37033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83880" y="4005072"/>
            <a:ext cx="54864" cy="246888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4096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714232" y="409651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48472" y="4389120"/>
            <a:ext cx="3429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transformations in a live loop and returns the cleaned dataset in seconds. No code, no scripts required.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07008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07008"/>
            <a:ext cx="2743200" cy="7315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3502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· 8-tab UI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· export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207008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07008"/>
            <a:ext cx="2743200" cy="73152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33502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58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Server-only — API keys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 browser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207008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07008"/>
            <a:ext cx="27432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33502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70B)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3620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loop · 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 avg latency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06840" y="1207008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E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207008"/>
            <a:ext cx="2743200" cy="73152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22" name="Text 20"/>
          <p:cNvSpPr/>
          <p:nvPr/>
        </p:nvSpPr>
        <p:spPr>
          <a:xfrm>
            <a:off x="9116568" y="133502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1656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persistence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44952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DD9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25312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DD9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05672" y="15727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DD9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246888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468880"/>
            <a:ext cx="2743200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5786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81635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· user_id scoping · sign-in/up UI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384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6446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App Router, React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upload, live preview, 8 feature tabs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Sign-in/up, JWT validation, user 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+ LLaMA 3.3-70B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Tool-use loop, natural language → data ops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Executor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JS (agentTools.js)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inspect/transform tools in-memory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PostgreSQL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rules, row-level user isolation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functions, CDN, CI/CD from GitHub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KEY FEATURES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789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789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tasks in plain English. Agent inspects data, calls the right tools, and cleans — no code required.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10789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10789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4630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named, reusable rules (trim, email, phone, custom JS). Stored in Supabase across all sessions.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66176" y="10789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0789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96528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30768" y="14630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null %, type inference, unique counts. Composite DQ score quantifies dataset health.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9077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077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999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29992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Dedup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2918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+ token similarity finds near-duplicate rows. Threshold slider controls strictness.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15968" y="29077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29077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2999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29992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2918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timestamped and logged. Export clean CSV or full audit CSV separately.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66176" y="29077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29077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5" name="Text 33"/>
          <p:cNvSpPr/>
          <p:nvPr/>
        </p:nvSpPr>
        <p:spPr>
          <a:xfrm>
            <a:off x="8403336" y="2999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96528" y="29992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30768" y="32918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LLaMA 3.3-70B / Gemma / Mixtral from the UI. Live Groq API status indicator shown.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7365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7365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8280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6112" y="48280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" y="51206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scoped to authenticated user_id. No data leakage between accounts — ever.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47365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315968" y="47365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5" name="Text 43"/>
          <p:cNvSpPr/>
          <p:nvPr/>
        </p:nvSpPr>
        <p:spPr>
          <a:xfrm>
            <a:off x="4453128" y="48280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46320" y="48280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0" y="51206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manage. Vercel auto-deploys from GitHub. Scales to zero when idle.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266176" y="4736592"/>
            <a:ext cx="374904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66176" y="4736592"/>
            <a:ext cx="54864" cy="17099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50" name="Text 48"/>
          <p:cNvSpPr/>
          <p:nvPr/>
        </p:nvSpPr>
        <p:spPr>
          <a:xfrm>
            <a:off x="8403336" y="48280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796528" y="48280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30768" y="5120640"/>
            <a:ext cx="34747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built-in demos (Customer, Product, Address) to explore every feature without uploading data.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AI AGENT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Agent Works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78992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Agentic Loop  (up to 8 steps per user message)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943600" cy="347472"/>
          </a:xfrm>
          <a:prstGeom prst="rect">
            <a:avLst/>
          </a:prstGeom>
          <a:solidFill>
            <a:srgbClr val="EEF4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sends message  →  "fix phone numbers in the dataset"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5943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47088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prompt injected  →  user rules + domain context appended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5943600" cy="347472"/>
          </a:xfrm>
          <a:prstGeom prst="rect">
            <a:avLst/>
          </a:prstGeom>
          <a:solidFill>
            <a:srgbClr val="EEF4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22576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Groq returns tool_calls  →  [ inspect_column("Phone") 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642616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98064"/>
            <a:ext cx="5943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98064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executeTool() runs  →  returns sample values + missing count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118104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5943600" cy="347472"/>
          </a:xfrm>
          <a:prstGeom prst="rect">
            <a:avLst/>
          </a:prstGeom>
          <a:solidFill>
            <a:srgbClr val="EEF4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73552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Groq sees result  →  calls apply_rule("Phone", "normalize_phone")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59359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943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49040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executeTool() mutates rows in-memory  →  rows_changed count returned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069080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5943600" cy="347472"/>
          </a:xfrm>
          <a:prstGeom prst="rect">
            <a:avLst/>
          </a:prstGeom>
          <a:solidFill>
            <a:srgbClr val="EEF4FF"/>
          </a:solidFill>
          <a:ln w="19050">
            <a:solidFill>
              <a:srgbClr val="2A6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24528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Groq returns final text reply  →  no more tool_calls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544568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700016"/>
            <a:ext cx="5943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700016"/>
            <a:ext cx="5724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API responds  →  { reply, headers, rows, toolLog 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1078992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 (9 available)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303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summarize_data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Row/column counts and column names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inspect_column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values + missing count (always first)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trim_whitespace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leading/trailing spaces from every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set_case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upper / lower case normalization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standardize_values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inconsistent variants to canonical 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apply_rule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user-defined persistent Supabase rule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run_transform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arbitrary safe JS expression per row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remove_duplicate_rows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byte-for-byte deduplication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remove_rows_with_missing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rows where a column is empty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RULES ENGINE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Rules Engine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the institutional memory of the platform. Defined once, they persist across every session and are automatically injected into the AI's system prompt so the agent uses them intelligently.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Actions  (13 total)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2834640" cy="237744"/>
          </a:xfrm>
          <a:prstGeom prst="rect">
            <a:avLst/>
          </a:prstGeom>
          <a:solidFill>
            <a:srgbClr val="2A6DD9"/>
          </a:solidFill>
          <a:ln w="12700">
            <a:solidFill>
              <a:srgbClr val="2A6D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49631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title_case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1635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816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upper_case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13639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36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lower_case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920240"/>
            <a:ext cx="2834640" cy="23774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217627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validate_email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49631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normalize_phone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81635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816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std_country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13639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136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title_case_city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345643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std_state_code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1920240"/>
            <a:ext cx="2834640" cy="23774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217627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normalize_currency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55080" y="249631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normalize_decimal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26880" y="1920240"/>
            <a:ext cx="2834640" cy="237744"/>
          </a:xfrm>
          <a:prstGeom prst="rect">
            <a:avLst/>
          </a:prstGeom>
          <a:solidFill>
            <a:srgbClr val="1B2E5E"/>
          </a:solidFill>
          <a:ln w="12700">
            <a:solidFill>
              <a:srgbClr val="1B2E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1938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326880" y="2176272"/>
            <a:ext cx="2834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36608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remove_special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326880" y="2496312"/>
            <a:ext cx="2834640" cy="2743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36608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(JS)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36576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Schema  (Supabase)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50208"/>
          <a:ext cx="11384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8138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primary key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Clerk userId — row-level isolation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column name this rule targets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 action (see above)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expression for custom action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on/off without deleting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USAGE GUIDE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Guide — Tab by Tab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24128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24128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Upload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408176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a CSV or pick a built-in sample (Customer, Product, Address). PapaParse runs in-browser — data never hits the server until you trigger an AI operation.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82512" y="1024128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024128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47104" y="1408176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cleaning rules manually (column → action → optional JS expression) or click AI Rules and describe your data in plain English. Rules auto-save to Supabase.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59736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5511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Cleanse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2843784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Cleanse to apply all active rules in a single batch pass. Audit log on the right records every transformation with before/after counts.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82512" y="2459736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2459736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2" name="Text 20"/>
          <p:cNvSpPr/>
          <p:nvPr/>
        </p:nvSpPr>
        <p:spPr>
          <a:xfrm>
            <a:off x="6547104" y="25511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AI 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47104" y="2843784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"Standardize all country names"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"Remove rows where Email is blank"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phone numbers — strip country codes"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 Revenue — remove $ signs"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895344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95344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9867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Profile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4279392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Profile Data → per-column null %, unique values, inferred type, and a composite Data Quality (DQ) score displayed as a live gauge.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82512" y="3895344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895344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39867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Dedup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47104" y="4279392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key columns + similarity threshold (0–1) + algorithm (Levenshtein / Token similarity). Find Duplicates shows ranked candidate groups for review.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5330952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5330952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5422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Export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571500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clean CSV or audit trail CSV. Generated client-side via Papa.unparse — no server round-trip needed for export.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82512" y="5330952"/>
            <a:ext cx="576072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5330952"/>
            <a:ext cx="54864" cy="130759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5422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Settings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47104" y="5715000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AI model, configure domain context (custom instructions injected into every AI prompt), check live Groq API status.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PERFORMANCE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Characteristics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Inference Latency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842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4892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Latency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tool call (inspect_column)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– 0.8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LPU hardware, LLaMA 3.3-70B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agent loop (3–5 steps)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– 4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tool execution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Rules generation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– 1.5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Single-turn, structured JSON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rule fetch  GET /api/rules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80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 by user_id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rule insert / update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100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role key, no RLS overhead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3063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  (Browser, no server)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37560"/>
          <a:ext cx="113842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4160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parsing  (PapaParse)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parsing  (PapaParse)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rows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500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cleanse (rules engine)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rows × 10 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dedup  (Levenshtein)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rows × 2 cols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profiling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rows × 20 cols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 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0749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Guidance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1480" y="5321808"/>
            <a:ext cx="11338560" cy="1170432"/>
          </a:xfrm>
          <a:prstGeom prst="rect">
            <a:avLst/>
          </a:prstGeom>
          <a:solidFill>
            <a:srgbClr val="FFF8E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5413248"/>
            <a:ext cx="10972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best performance up to ~10,000 rows (full dataset serialized to JSON per message). Batch Cleanse (Tab 3): no AI involved — scales to 100K+ rows in the browser without issue. Future path: upload CSV to Supabase Storage → agent reads paginated chunks → removes the 10K row ceiling.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SECURITY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7899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7899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— Server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GROQ_API_KEY and SUPABASE_SERVICE_ROLE_KEY live in server environment variables. They are never exposed to the browser client.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107899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107899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🧑‍💻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46304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route calls auth() server-side. Unauthenticated requests receive HTTP 401 before any data is accessed.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66176" y="107899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07899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96528" y="117043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30768" y="146304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Supabase queries include .eq("user_id", userId). One user cannot read or mutate another user's rules — enforced at the API layer.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41071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1071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502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350215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Sandbox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79476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run_transform expressions are blocked from require, fetch, process, eval, and other dangerous globals before execution.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15968" y="341071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341071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3502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350215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Whitelist  (PATCH)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79476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update endpoint only allows: field, type, action, expression, description, active. Mass-assignment attacks are structurally impossible.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66176" y="3410712"/>
            <a:ext cx="3749040" cy="21762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3410712"/>
            <a:ext cx="54864" cy="217627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5" name="Text 33"/>
          <p:cNvSpPr/>
          <p:nvPr/>
        </p:nvSpPr>
        <p:spPr>
          <a:xfrm>
            <a:off x="8403336" y="3502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96528" y="350215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Persistence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30768" y="3794760"/>
            <a:ext cx="34747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CSV data is never written to any database. It exists only in browser memory and the HTTP request body during AI agent calls.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TECHNOLOGY 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Stack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84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103120"/>
                <a:gridCol w="4434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/ Plan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(App Router)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React 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application code — no TypeScript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Provider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inference with function / tool-use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3.3-70B-Versatile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/ Groq-hosted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reasoning + structured JSON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Sign-in/up, JWT, user identity management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PostgreSQL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rules storage, per-user isolation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Parsing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PapaParse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Browser-side CSV parse and unparse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Hobby (free)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functions, global CDN, CI/CD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Plex Mono + Syne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typography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CSS (custom properties)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neon design system (all hand-written)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Control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repository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+ Vercel auto-deploy 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DEPLOYMENT &amp; CI/CD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 (set in Vercel project settings)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5486400" cy="1417320"/>
          </a:xfrm>
          <a:prstGeom prst="rect">
            <a:avLst/>
          </a:prstGeom>
          <a:solidFill>
            <a:srgbClr val="F0F4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4475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 = gsk_...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NEXT_PUBLIC_CLERK_PUBLISHABLE_KEY = pk_live_...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CLERK_SECRET_KEY = sk_live_...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NEXT_PUBLIC_SUPABASE_URL = https://xxx.supabase.co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SUPABASE_SERVICE_ROLE_KEY = eyJ...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 (run once in SQL editor)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200400"/>
            <a:ext cx="5486400" cy="2816352"/>
          </a:xfrm>
          <a:prstGeom prst="rect">
            <a:avLst/>
          </a:prstGeom>
          <a:solidFill>
            <a:srgbClr val="F0F4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73552"/>
            <a:ext cx="521208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rules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uuid primary key default gen_random_uuid(),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   text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       text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text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      text not null default 'custom',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expression  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text,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     boolean not null default true,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timestamptz not null default now()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rules_user_id_idx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rules (user_id, created_at);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115568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Checklist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499616"/>
            <a:ext cx="347472" cy="347472"/>
          </a:xfrm>
          <a:prstGeom prst="ellipse">
            <a:avLst/>
          </a:prstGeom>
          <a:solidFill>
            <a:srgbClr val="2A6DD9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56832" y="14813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17373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 — Vercel detects and starts build automatically.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2688336"/>
            <a:ext cx="347472" cy="347472"/>
          </a:xfrm>
          <a:prstGeom prst="ellipse">
            <a:avLst/>
          </a:prstGeom>
          <a:solidFill>
            <a:srgbClr val="2A6DD9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267004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 Vars in Vercel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56832" y="29260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Settings → Environment Variables — add all 5 keys listed.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877056"/>
            <a:ext cx="347472" cy="347472"/>
          </a:xfrm>
          <a:prstGeom prst="ellipse">
            <a:avLst/>
          </a:prstGeom>
          <a:solidFill>
            <a:srgbClr val="2A6DD9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877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56832" y="38587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Clerk Domain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6832" y="4114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Domains → add bare Vercel URL (no https:// prefix).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5065776"/>
            <a:ext cx="347472" cy="347472"/>
          </a:xfrm>
          <a:prstGeom prst="ellipse">
            <a:avLst/>
          </a:prstGeom>
          <a:solidFill>
            <a:srgbClr val="2A6DD9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5065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56832" y="50474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in Supabase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56832" y="530352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supabase-setup.sql in the SQL Editor to create the rules table.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COMPETITIVE POSITIONING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DataCleanse AI vs. Alternatives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051560"/>
            <a:ext cx="3474720" cy="338328"/>
          </a:xfrm>
          <a:prstGeom prst="rect">
            <a:avLst/>
          </a:prstGeom>
          <a:solidFill>
            <a:srgbClr val="1B2E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0" y="1051560"/>
            <a:ext cx="2103120" cy="338328"/>
          </a:xfrm>
          <a:prstGeom prst="rect">
            <a:avLst/>
          </a:prstGeom>
          <a:solidFill>
            <a:srgbClr val="2A6D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5156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DataCleanse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051560"/>
            <a:ext cx="2103120" cy="338328"/>
          </a:xfrm>
          <a:prstGeom prst="rect">
            <a:avLst/>
          </a:prstGeom>
          <a:solidFill>
            <a:srgbClr val="1B2E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5156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2440" y="1051560"/>
            <a:ext cx="2103120" cy="338328"/>
          </a:xfrm>
          <a:prstGeom prst="rect">
            <a:avLst/>
          </a:prstGeom>
          <a:solidFill>
            <a:srgbClr val="1B2E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05156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OpenRefine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195560" y="1051560"/>
            <a:ext cx="2057400" cy="338328"/>
          </a:xfrm>
          <a:prstGeom prst="rect">
            <a:avLst/>
          </a:prstGeom>
          <a:solidFill>
            <a:srgbClr val="1B2E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1051560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ETL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389888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389888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cleaning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389888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1389888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2" name="Text 20"/>
          <p:cNvSpPr/>
          <p:nvPr/>
        </p:nvSpPr>
        <p:spPr>
          <a:xfrm>
            <a:off x="3995928" y="138988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1389888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38988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92440" y="1389888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38988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195560" y="1389888"/>
            <a:ext cx="2057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87000" y="1389888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1728216"/>
            <a:ext cx="34747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728216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reusable rules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1728216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6200" y="1728216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33" name="Text 31"/>
          <p:cNvSpPr/>
          <p:nvPr/>
        </p:nvSpPr>
        <p:spPr>
          <a:xfrm>
            <a:off x="3995928" y="172821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1728216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72821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92440" y="1728216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172821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Limited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195560" y="1728216"/>
            <a:ext cx="205740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7000" y="1728216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2066544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066544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/ cloud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86200" y="2066544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86200" y="2066544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4" name="Text 42"/>
          <p:cNvSpPr/>
          <p:nvPr/>
        </p:nvSpPr>
        <p:spPr>
          <a:xfrm>
            <a:off x="3995928" y="206654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89320" y="2066544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206654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Partial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92440" y="2066544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83880" y="206654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195560" y="2066544"/>
            <a:ext cx="2057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87000" y="2066544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Varies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2404872"/>
            <a:ext cx="34747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2404872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deduplication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86200" y="2404872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86200" y="2404872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55" name="Text 53"/>
          <p:cNvSpPr/>
          <p:nvPr/>
        </p:nvSpPr>
        <p:spPr>
          <a:xfrm>
            <a:off x="3995928" y="240487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2404872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240487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92440" y="2404872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83880" y="240487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195560" y="2404872"/>
            <a:ext cx="205740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87000" y="2404872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2743200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2743200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86200" y="2743200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86200" y="2743200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66" name="Text 64"/>
          <p:cNvSpPr/>
          <p:nvPr/>
        </p:nvSpPr>
        <p:spPr>
          <a:xfrm>
            <a:off x="3995928" y="274320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89320" y="2743200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0760" y="274320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92440" y="2743200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83880" y="274320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195560" y="2743200"/>
            <a:ext cx="2057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87000" y="2743200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11480" y="3081528"/>
            <a:ext cx="34747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3081528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886200" y="3081528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3081528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77" name="Text 75"/>
          <p:cNvSpPr/>
          <p:nvPr/>
        </p:nvSpPr>
        <p:spPr>
          <a:xfrm>
            <a:off x="3995928" y="30815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(OSS)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989320" y="3081528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30815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Subscription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92440" y="3081528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83880" y="30815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0195560" y="3081528"/>
            <a:ext cx="205740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287000" y="3081528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 License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11480" y="3419856"/>
            <a:ext cx="3474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3419856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886200" y="3419856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886200" y="3419856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8" name="Text 86"/>
          <p:cNvSpPr/>
          <p:nvPr/>
        </p:nvSpPr>
        <p:spPr>
          <a:xfrm>
            <a:off x="3995928" y="34198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10 min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989320" y="3419856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80760" y="34198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092440" y="3419856"/>
            <a:ext cx="2103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83880" y="34198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30 min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195560" y="3419856"/>
            <a:ext cx="2057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87000" y="3419856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Days/weeks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3758184"/>
            <a:ext cx="34747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" y="3758184"/>
            <a:ext cx="3291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 required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886200" y="3758184"/>
            <a:ext cx="2103120" cy="338328"/>
          </a:xfrm>
          <a:prstGeom prst="rect">
            <a:avLst/>
          </a:prstGeom>
          <a:solidFill>
            <a:srgbClr val="EE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86200" y="3758184"/>
            <a:ext cx="54864" cy="33832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99" name="Text 97"/>
          <p:cNvSpPr/>
          <p:nvPr/>
        </p:nvSpPr>
        <p:spPr>
          <a:xfrm>
            <a:off x="3995928" y="375818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None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989320" y="3758184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80760" y="375818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Medium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092440" y="3758184"/>
            <a:ext cx="210312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83880" y="375818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Medium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0195560" y="3758184"/>
            <a:ext cx="2057400" cy="338328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287000" y="3758184"/>
            <a:ext cx="18745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155680" y="201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11338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1280160" cy="4572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074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Workaround / Note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E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row cap  (~10K rows)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/ fails on very large files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Batch Cleanse (Tab 3) for large files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free tier rate limits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 errors under heavy concurrent load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Groq plan or add retry/backoff logic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server-side data storage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lost on page refresh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Re-upload CSV; all rules are persistent in DB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file at a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bulk / batch file processing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Re-upload manually for each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only  (no .xlsx)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convert Excel files first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Excel "Save As CSV" before uploading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37033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Future Enhancements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" y="3977640"/>
            <a:ext cx="281635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3977640"/>
            <a:ext cx="54864" cy="257860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☁️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1832" y="406908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Storage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" y="4361688"/>
            <a:ext cx="2542032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CSVs to Supabase Storage. Agent reads paginated chunks — removes 10K row ceiling entirely.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83280" y="3977640"/>
            <a:ext cx="281635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3977640"/>
            <a:ext cx="54864" cy="257860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913632" y="406908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XLSX Support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47872" y="4361688"/>
            <a:ext cx="2542032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SheetJS (xlsx library) to parse .xls/.xlsx directly in browser — no conversion step needed.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355080" y="3977640"/>
            <a:ext cx="281635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55080" y="3977640"/>
            <a:ext cx="54864" cy="257860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85432" y="406908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Templates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9672" y="4361688"/>
            <a:ext cx="2542032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rule sets for common schemas (CRM, e-commerce, HR) shareable across team accounts.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326880" y="3977640"/>
            <a:ext cx="281635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1">
                <a:alpha val="5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326880" y="3977640"/>
            <a:ext cx="54864" cy="2578608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28" name="Text 25"/>
          <p:cNvSpPr/>
          <p:nvPr/>
        </p:nvSpPr>
        <p:spPr>
          <a:xfrm>
            <a:off x="946404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857232" y="406908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History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491472" y="4361688"/>
            <a:ext cx="2542032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every cleansing run to Supabase so teams can audit changes over time and replay past runs.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0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2192000" cy="91440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DataCleanse AI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Recommend  ·  Auto-Correct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serverless AI platform that removes the manual burden of data preparation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delivers measurable outcomes through quality KPIs, adoption metrics, and incident reduction.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703320" cy="123444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46120"/>
            <a:ext cx="3703320" cy="7315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6758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· no server · entirely managed cloud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3246120"/>
            <a:ext cx="3703320" cy="123444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246120"/>
            <a:ext cx="3703320" cy="7315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36758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persist per user across every session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21040" y="3246120"/>
            <a:ext cx="3703320" cy="1234440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246120"/>
            <a:ext cx="3703320" cy="73152"/>
          </a:xfrm>
          <a:prstGeom prst="rect">
            <a:avLst/>
          </a:prstGeom>
          <a:solidFill>
            <a:srgbClr val="2A6DD9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383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67588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KPIs · adoption metrics · incident reduction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4754880"/>
            <a:ext cx="4325112" cy="1572768"/>
          </a:xfrm>
          <a:prstGeom prst="rect">
            <a:avLst/>
          </a:prstGeom>
          <a:solidFill>
            <a:srgbClr val="F4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4864608"/>
            <a:ext cx="4325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0" y="5084064"/>
            <a:ext cx="4325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Navnath More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5431536"/>
            <a:ext cx="4325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5724144"/>
            <a:ext cx="4325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github.com/priymore04-lab/AI_DATA_CLEANSING_TOOL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638544"/>
            <a:ext cx="12192000" cy="219456"/>
          </a:xfrm>
          <a:prstGeom prst="rect">
            <a:avLst/>
          </a:prstGeom>
          <a:solidFill>
            <a:srgbClr val="1B2E5E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647688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DataCleanse AI  ·  Technical Presentation  ·  July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DataCleanse AI — Technical Presentation</dc:title>
  <dc:subject>PptxGenJS Presentation</dc:subject>
  <dc:creator>DataCleanse AI</dc:creator>
  <cp:lastModifiedBy>DataCleanse AI</cp:lastModifiedBy>
  <cp:revision>1</cp:revision>
  <dcterms:created xsi:type="dcterms:W3CDTF">2026-07-25T08:01:02Z</dcterms:created>
  <dcterms:modified xsi:type="dcterms:W3CDTF">2026-07-25T08:01:02Z</dcterms:modified>
</cp:coreProperties>
</file>